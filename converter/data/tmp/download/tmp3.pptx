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57" r:id="rId5"/>
    <p:sldId id="263" r:id="rId6"/>
    <p:sldId id="259" r:id="rId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17" autoAdjust="0"/>
  </p:normalViewPr>
  <p:slideViewPr>
    <p:cSldViewPr>
      <p:cViewPr varScale="1">
        <p:scale>
          <a:sx n="47" d="100"/>
          <a:sy n="47" d="100"/>
        </p:scale>
        <p:origin x="-10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BA9BC-CCB2-44BB-B322-5C5E6CB83BB2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CD51D-5065-438D-BA00-7B9B50CB94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0614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業務フロー（絵を描く）</a:t>
            </a:r>
            <a:endParaRPr kumimoji="1" lang="en-US" altLang="ja-JP" dirty="0" smtClean="0"/>
          </a:p>
          <a:p>
            <a:r>
              <a:rPr kumimoji="1" lang="ja-JP" altLang="en-US" dirty="0" smtClean="0"/>
              <a:t>実装内容の詳細とコスト計算</a:t>
            </a:r>
            <a:endParaRPr kumimoji="1" lang="en-US" altLang="ja-JP" dirty="0" smtClean="0"/>
          </a:p>
          <a:p>
            <a:r>
              <a:rPr kumimoji="1" lang="ja-JP" altLang="en-US" dirty="0" smtClean="0"/>
              <a:t>システム導入後のフロー</a:t>
            </a:r>
            <a:endParaRPr kumimoji="1" lang="en-US" altLang="ja-JP" dirty="0" smtClean="0"/>
          </a:p>
          <a:p>
            <a:r>
              <a:rPr kumimoji="1" lang="ja-JP" altLang="en-US" dirty="0" smtClean="0"/>
              <a:t>要件の再確認</a:t>
            </a:r>
            <a:endParaRPr kumimoji="1" lang="en-US" altLang="ja-JP" dirty="0" smtClean="0"/>
          </a:p>
          <a:p>
            <a:r>
              <a:rPr kumimoji="1" lang="ja-JP" altLang="en-US" smtClean="0"/>
              <a:t>何をゴールにしているのか</a:t>
            </a:r>
            <a:endParaRPr kumimoji="1" lang="en-US" altLang="ja-JP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CD51D-5065-438D-BA00-7B9B50CB943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5984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CD51D-5065-438D-BA00-7B9B50CB943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113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mtClean="0"/>
              <a:t>http://cweb.canon.jp/business/finance/solutions/cross-industry/tegaki-ocr/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CD51D-5065-438D-BA00-7B9B50CB943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177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669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33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90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986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241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478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490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42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790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64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25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C8B5D-1206-4AAF-B820-25DA4C554935}" type="datetimeFigureOut">
              <a:rPr kumimoji="1" lang="ja-JP" altLang="en-US" smtClean="0"/>
              <a:t>2018/3/6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D8169-274B-4C57-85EF-FC61134A74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58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小学生宿題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/>
            </a:r>
            <a:b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〇付け補助システム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418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概要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小学校で使用</a:t>
            </a:r>
            <a:r>
              <a:rPr lang="ja-JP" altLang="en-US" sz="3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されている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教材の</a:t>
            </a:r>
            <a:r>
              <a:rPr lang="en-US" altLang="ja-JP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データと手書き文字の認識サービス（</a:t>
            </a:r>
            <a:r>
              <a:rPr lang="en-US" altLang="ja-JP" sz="30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Tegaki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）を利用し、学生の穴埋め問題記入に対する正誤判定を出力するシステム</a:t>
            </a:r>
            <a:endParaRPr kumimoji="1" lang="en-US" altLang="ja-JP" sz="3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484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企画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背景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同級生の教員が毎日の宿題に対する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〇付けに時間を取られており、長時間労働や仕事の持ち帰りが常態化している、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また、時間の都合上、本来やるべき自由記入の提出物に対するレビュー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質を維持するのが大変であるということであった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その中で、手書き文字の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認識率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99.22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%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の「</a:t>
            </a:r>
            <a:r>
              <a:rPr lang="en-US" altLang="ja-JP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Tegaki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」という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サービス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が提供されていることを知り、このサービスを利用することで、〇付けの補助ができるのではないかと考えた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https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://www.tegaki.ai/</a:t>
            </a:r>
          </a:p>
        </p:txBody>
      </p:sp>
    </p:spTree>
    <p:extLst>
      <p:ext uri="{BB962C8B-B14F-4D97-AF65-F5344CB8AC3E}">
        <p14:creationId xmlns:p14="http://schemas.microsoft.com/office/powerpoint/2010/main" val="188738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製品イメージ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27" name="Picture 3" descr="C:\Users\TANAKA\Desktop\syukuda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86" y="2117986"/>
            <a:ext cx="1343571" cy="185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TANAKA\Downloads\PDFファイルアイコン2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403819"/>
            <a:ext cx="1283852" cy="128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右矢印 3"/>
          <p:cNvSpPr/>
          <p:nvPr/>
        </p:nvSpPr>
        <p:spPr>
          <a:xfrm>
            <a:off x="1998295" y="2816911"/>
            <a:ext cx="504056" cy="457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9" name="Picture 5" descr="C:\Users\TANAKA\Desktop\syukudai_par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111" y="2126073"/>
            <a:ext cx="465609" cy="188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右矢印 8"/>
          <p:cNvSpPr/>
          <p:nvPr/>
        </p:nvSpPr>
        <p:spPr>
          <a:xfrm>
            <a:off x="4270952" y="2778695"/>
            <a:ext cx="504056" cy="457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右矢印 9"/>
          <p:cNvSpPr/>
          <p:nvPr/>
        </p:nvSpPr>
        <p:spPr>
          <a:xfrm>
            <a:off x="6002991" y="2776440"/>
            <a:ext cx="504056" cy="457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C:\Users\TANAKA\Desktop\Tegaki_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624" y="2547811"/>
            <a:ext cx="1838872" cy="91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右矢印 12"/>
          <p:cNvSpPr/>
          <p:nvPr/>
        </p:nvSpPr>
        <p:spPr>
          <a:xfrm>
            <a:off x="19203" y="5425513"/>
            <a:ext cx="504056" cy="457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1" name="Picture 7" descr="C:\Users\TANAKA\Desktop\IMG_010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601" y="2530786"/>
            <a:ext cx="350628" cy="126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角丸四角形 7"/>
          <p:cNvSpPr/>
          <p:nvPr/>
        </p:nvSpPr>
        <p:spPr>
          <a:xfrm>
            <a:off x="692800" y="5108934"/>
            <a:ext cx="1690404" cy="13865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2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データ化</a:t>
            </a:r>
            <a:r>
              <a:rPr kumimoji="1" lang="en-US" altLang="ja-JP" sz="2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  <a:endParaRPr lang="en-US" altLang="ja-JP" sz="22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あおぞら</a:t>
            </a:r>
            <a:endParaRPr kumimoji="1"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右矢印 21"/>
          <p:cNvSpPr/>
          <p:nvPr/>
        </p:nvSpPr>
        <p:spPr>
          <a:xfrm>
            <a:off x="2521074" y="5425513"/>
            <a:ext cx="504056" cy="457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角丸四角形 23"/>
          <p:cNvSpPr/>
          <p:nvPr/>
        </p:nvSpPr>
        <p:spPr>
          <a:xfrm>
            <a:off x="3153819" y="5108546"/>
            <a:ext cx="1595671" cy="13865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正誤判定</a:t>
            </a:r>
            <a:endParaRPr kumimoji="1"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7" name="Picture 4" descr="C:\Users\TANAKA\Downloads\PDFファイルアイコン2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149" y="5160267"/>
            <a:ext cx="1283852" cy="128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右矢印 27"/>
          <p:cNvSpPr/>
          <p:nvPr/>
        </p:nvSpPr>
        <p:spPr>
          <a:xfrm>
            <a:off x="4897013" y="5486666"/>
            <a:ext cx="504056" cy="457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右矢印 28"/>
          <p:cNvSpPr/>
          <p:nvPr/>
        </p:nvSpPr>
        <p:spPr>
          <a:xfrm>
            <a:off x="6926396" y="5572970"/>
            <a:ext cx="504056" cy="457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Picture 3" descr="C:\Users\TANAKA\Desktop\syukuda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68" y="5045317"/>
            <a:ext cx="1301947" cy="17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矢印 4"/>
          <p:cNvSpPr/>
          <p:nvPr/>
        </p:nvSpPr>
        <p:spPr>
          <a:xfrm>
            <a:off x="-1" y="3841670"/>
            <a:ext cx="6797001" cy="83020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本製品部分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4789903" y="1268978"/>
            <a:ext cx="4356418" cy="4320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本製品部分</a:t>
            </a:r>
            <a:endParaRPr kumimoji="1" lang="ja-JP" altLang="en-US" sz="2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403886" y="1701026"/>
            <a:ext cx="423698" cy="3760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角丸四角形 22"/>
          <p:cNvSpPr/>
          <p:nvPr/>
        </p:nvSpPr>
        <p:spPr>
          <a:xfrm>
            <a:off x="2608132" y="1701026"/>
            <a:ext cx="423698" cy="3760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角丸四角形 24"/>
          <p:cNvSpPr/>
          <p:nvPr/>
        </p:nvSpPr>
        <p:spPr>
          <a:xfrm>
            <a:off x="4789903" y="1749987"/>
            <a:ext cx="423698" cy="3760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③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角丸四角形 25"/>
          <p:cNvSpPr/>
          <p:nvPr/>
        </p:nvSpPr>
        <p:spPr>
          <a:xfrm>
            <a:off x="6614624" y="1782774"/>
            <a:ext cx="423698" cy="3760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④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角丸四角形 30"/>
          <p:cNvSpPr/>
          <p:nvPr/>
        </p:nvSpPr>
        <p:spPr>
          <a:xfrm>
            <a:off x="640774" y="4691296"/>
            <a:ext cx="423698" cy="3760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3153819" y="4680035"/>
            <a:ext cx="423698" cy="3760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⑥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角丸四角形 32"/>
          <p:cNvSpPr/>
          <p:nvPr/>
        </p:nvSpPr>
        <p:spPr>
          <a:xfrm>
            <a:off x="5535246" y="4671874"/>
            <a:ext cx="423698" cy="3760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⑦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角丸四角形 33"/>
          <p:cNvSpPr/>
          <p:nvPr/>
        </p:nvSpPr>
        <p:spPr>
          <a:xfrm>
            <a:off x="7430452" y="4591967"/>
            <a:ext cx="423698" cy="3760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⑧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614624" y="478548"/>
            <a:ext cx="2427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22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説明は次のページに記載</a:t>
            </a:r>
            <a:endParaRPr kumimoji="1"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1743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製品説明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ea"/>
              <a:buAutoNum type="circleNumDbPlain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小学生から答案を回収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ea"/>
              <a:buAutoNum type="circleNumDbPlain"/>
            </a:pP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回収した答案をスキャナで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化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ea"/>
              <a:buAutoNum type="circleNumDbPlain"/>
            </a:pP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から、各回答欄の画像を抽出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事前に教材の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データから回答欄の箇所をマッピングする必要がある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ea"/>
              <a:buAutoNum type="circleNumDbPlain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画像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を元に「</a:t>
            </a:r>
            <a:r>
              <a:rPr lang="en-US" altLang="ja-JP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Tegaki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にリクエスト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ea"/>
              <a:buAutoNum type="circleNumDbPlain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認識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文字列のレスポンスを受け取る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ea"/>
              <a:buAutoNum type="circleNumDbPlain"/>
            </a:pP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回答を元に、正誤判定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ea"/>
              <a:buAutoNum type="circleNumDbPlain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誤って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いる箇所にチェックマークを記載した</a:t>
            </a: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を出力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ea"/>
              <a:buAutoNum type="circleNumDbPlain"/>
            </a:pPr>
            <a:r>
              <a:rPr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を印刷</a:t>
            </a:r>
            <a:endParaRPr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ea"/>
              <a:buAutoNum type="circleNumDbPlain"/>
            </a:pP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183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3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収支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</a:t>
            </a:r>
            <a:r>
              <a:rPr lang="en-US" altLang="ja-JP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30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Tegaki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」の利用が</a:t>
            </a:r>
            <a:r>
              <a:rPr lang="en-US" altLang="ja-JP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万</a:t>
            </a:r>
            <a:r>
              <a:rPr lang="en-US" altLang="ja-JP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endParaRPr lang="en-US" altLang="ja-JP" sz="3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教材提供元の</a:t>
            </a:r>
            <a:r>
              <a:rPr kumimoji="1" lang="en-US" altLang="ja-JP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kumimoji="1"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データの利用権限取得</a:t>
            </a:r>
            <a:endParaRPr kumimoji="1" lang="en-US" altLang="ja-JP" sz="3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冊子形式の</a:t>
            </a:r>
            <a:r>
              <a:rPr kumimoji="1"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宿題の</a:t>
            </a:r>
            <a:r>
              <a:rPr kumimoji="1" lang="en-US" altLang="ja-JP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PDF</a:t>
            </a:r>
            <a:r>
              <a:rPr kumimoji="1"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化</a:t>
            </a:r>
            <a:endParaRPr kumimoji="1" lang="en-US" altLang="ja-JP" sz="3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30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Tegaki</a:t>
            </a:r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」で子どもの手書きを認識した時の精度</a:t>
            </a:r>
            <a:endParaRPr lang="en-US" altLang="ja-JP" sz="3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宿題自体がデジタルになった場合の本製品の存在意義低下</a:t>
            </a:r>
            <a:endParaRPr lang="en-US" altLang="ja-JP" sz="3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教員に対する</a:t>
            </a:r>
            <a:r>
              <a:rPr lang="en-US" altLang="ja-JP" sz="30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lang="ja-JP" altLang="en-US" sz="300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の台数</a:t>
            </a:r>
            <a:endParaRPr lang="en-US" altLang="ja-JP" sz="3000" dirty="0" smtClean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endParaRPr lang="ja-JP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94636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351</Words>
  <Application>Microsoft Office PowerPoint</Application>
  <PresentationFormat>画面に合わせる (4:3)</PresentationFormat>
  <Paragraphs>46</Paragraphs>
  <Slides>6</Slides>
  <Notes>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Office ​​テーマ</vt:lpstr>
      <vt:lpstr>小学生宿題 〇付け補助システム</vt:lpstr>
      <vt:lpstr>概要</vt:lpstr>
      <vt:lpstr>企画背景</vt:lpstr>
      <vt:lpstr>製品イメージ</vt:lpstr>
      <vt:lpstr>製品説明</vt:lpstr>
      <vt:lpstr>課題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テストの〇付け補助</dc:title>
  <dc:creator>TANAKA</dc:creator>
  <cp:lastModifiedBy>TANAKA</cp:lastModifiedBy>
  <cp:revision>35</cp:revision>
  <dcterms:created xsi:type="dcterms:W3CDTF">2018-03-05T01:21:54Z</dcterms:created>
  <dcterms:modified xsi:type="dcterms:W3CDTF">2018-03-06T09:23:53Z</dcterms:modified>
</cp:coreProperties>
</file>